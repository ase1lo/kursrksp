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262281097b40d0" /><Relationship Type="http://schemas.openxmlformats.org/officeDocument/2006/relationships/extended-properties" Target="/docProps/app.xml" Id="Rbb316469be3c41c3" /><Relationship Type="http://schemas.openxmlformats.org/officeDocument/2006/relationships/officeDocument" Target="/ppt/presentation.xml" Id="Rd5fd74da721d48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52ca3564fe4a26"/>
  </p:sldMasterIdLst>
  <p:notesMasterIdLst>
    <p:notesMasterId xmlns:r="http://schemas.openxmlformats.org/officeDocument/2006/relationships" r:id="Rc264020c4d764da6"/>
  </p:notesMasterIdLst>
  <p:sldIdLst>
    <p:sldId xmlns:r="http://schemas.openxmlformats.org/officeDocument/2006/relationships" id="256" r:id="Rcd160cd633074fd4"/>
    <p:sldId xmlns:r="http://schemas.openxmlformats.org/officeDocument/2006/relationships" id="257" r:id="R2cd6e22854014039"/>
    <p:sldId xmlns:r="http://schemas.openxmlformats.org/officeDocument/2006/relationships" id="258" r:id="Rfd30c74d9eaf4b19"/>
    <p:sldId xmlns:r="http://schemas.openxmlformats.org/officeDocument/2006/relationships" id="259" r:id="R2a09a641e65046e0"/>
    <p:sldId xmlns:r="http://schemas.openxmlformats.org/officeDocument/2006/relationships" id="260" r:id="R7ff271b717154ab0"/>
    <p:sldId xmlns:r="http://schemas.openxmlformats.org/officeDocument/2006/relationships" id="261" r:id="Rfb777d8db141477c"/>
    <p:sldId xmlns:r="http://schemas.openxmlformats.org/officeDocument/2006/relationships" id="262" r:id="R1ffe3a257b434781"/>
    <p:sldId xmlns:r="http://schemas.openxmlformats.org/officeDocument/2006/relationships" id="263" r:id="R4eb6d7cf80bf41bd"/>
    <p:sldId xmlns:r="http://schemas.openxmlformats.org/officeDocument/2006/relationships" id="264" r:id="Re97e19020d274a1f"/>
    <p:sldId xmlns:r="http://schemas.openxmlformats.org/officeDocument/2006/relationships" id="265" r:id="Reffd2b59935149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2ca3564fe4a26" /><Relationship Type="http://schemas.openxmlformats.org/officeDocument/2006/relationships/theme" Target="/ppt/theme/theme1.xml" Id="R4eb6ba3cf2bb4b39" /><Relationship Type="http://schemas.openxmlformats.org/officeDocument/2006/relationships/notesMaster" Target="/ppt/notesMasters/notesMaster1.xml" Id="Rc264020c4d764da6" /><Relationship Type="http://schemas.openxmlformats.org/officeDocument/2006/relationships/presProps" Target="/ppt/presProps.xml" Id="R442d5d51f3ed4ba1" /><Relationship Type="http://schemas.openxmlformats.org/officeDocument/2006/relationships/viewProps" Target="/ppt/viewProps.xml" Id="R364c4b7aded54b46" /><Relationship Type="http://schemas.openxmlformats.org/officeDocument/2006/relationships/tableStyles" Target="/ppt/tableStyles.xml" Id="R5a30b986d4f54b89" /><Relationship Type="http://schemas.openxmlformats.org/officeDocument/2006/relationships/slide" Target="/ppt/slides/slide1.xml" Id="Rcd160cd633074fd4" /><Relationship Type="http://schemas.openxmlformats.org/officeDocument/2006/relationships/slide" Target="/ppt/slides/slide2.xml" Id="R2cd6e22854014039" /><Relationship Type="http://schemas.openxmlformats.org/officeDocument/2006/relationships/slide" Target="/ppt/slides/slide3.xml" Id="Rfd30c74d9eaf4b19" /><Relationship Type="http://schemas.openxmlformats.org/officeDocument/2006/relationships/slide" Target="/ppt/slides/slide4.xml" Id="R2a09a641e65046e0" /><Relationship Type="http://schemas.openxmlformats.org/officeDocument/2006/relationships/slide" Target="/ppt/slides/slide5.xml" Id="R7ff271b717154ab0" /><Relationship Type="http://schemas.openxmlformats.org/officeDocument/2006/relationships/slide" Target="/ppt/slides/slide6.xml" Id="Rfb777d8db141477c" /><Relationship Type="http://schemas.openxmlformats.org/officeDocument/2006/relationships/slide" Target="/ppt/slides/slide7.xml" Id="R1ffe3a257b434781" /><Relationship Type="http://schemas.openxmlformats.org/officeDocument/2006/relationships/slide" Target="/ppt/slides/slide8.xml" Id="R4eb6d7cf80bf41bd" /><Relationship Type="http://schemas.openxmlformats.org/officeDocument/2006/relationships/slide" Target="/ppt/slides/slide9.xml" Id="Re97e19020d274a1f" /><Relationship Type="http://schemas.openxmlformats.org/officeDocument/2006/relationships/slide" Target="/ppt/slides/slide10.xml" Id="Reffd2b59935149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05b385418a140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24fc66e2af49ac" /><Relationship Type="http://schemas.openxmlformats.org/officeDocument/2006/relationships/notesMaster" Target="/ppt/notesMasters/notesMaster1.xml" Id="R25b1085f4cff47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6af0cbf7424471" /><Relationship Type="http://schemas.openxmlformats.org/officeDocument/2006/relationships/notesMaster" Target="/ppt/notesMasters/notesMaster1.xml" Id="Rb256bb38658042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421dd84c8c466e" /><Relationship Type="http://schemas.openxmlformats.org/officeDocument/2006/relationships/notesMaster" Target="/ppt/notesMasters/notesMaster1.xml" Id="R2330aed547f745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bf30901a4844d8" /><Relationship Type="http://schemas.openxmlformats.org/officeDocument/2006/relationships/notesMaster" Target="/ppt/notesMasters/notesMaster1.xml" Id="R634962e19a434a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6fd8f1652e4d58" /><Relationship Type="http://schemas.openxmlformats.org/officeDocument/2006/relationships/notesMaster" Target="/ppt/notesMasters/notesMaster1.xml" Id="Ra08d22fbaaae42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c5220f08ee4612" /><Relationship Type="http://schemas.openxmlformats.org/officeDocument/2006/relationships/notesMaster" Target="/ppt/notesMasters/notesMaster1.xml" Id="R6eb5919b48134a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6cc0d281964201" /><Relationship Type="http://schemas.openxmlformats.org/officeDocument/2006/relationships/notesMaster" Target="/ppt/notesMasters/notesMaster1.xml" Id="Rf9e1d5ae1a3a42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0feaf02b774fb1" /><Relationship Type="http://schemas.openxmlformats.org/officeDocument/2006/relationships/notesMaster" Target="/ppt/notesMasters/notesMaster1.xml" Id="Raf7cd81b73f64e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740afbe6ef4c0f" /><Relationship Type="http://schemas.openxmlformats.org/officeDocument/2006/relationships/notesMaster" Target="/ppt/notesMasters/notesMaster1.xml" Id="Ra2b7b26e8c6448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e47cc886744fc1" /><Relationship Type="http://schemas.openxmlformats.org/officeDocument/2006/relationships/notesMaster" Target="/ppt/notesMasters/notesMaster1.xml" Id="R3965303372f844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fc7896c434f1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eb0eb0e2f1f452a" /><Relationship Type="http://schemas.openxmlformats.org/officeDocument/2006/relationships/slideLayout" Target="/ppt/slideLayouts/slideLayout2.xml" Id="R055dacdb0e0b4c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5dacdb0e0b4c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744c02459242c2" /><Relationship Type="http://schemas.openxmlformats.org/officeDocument/2006/relationships/notesSlide" Target="/ppt/notesSlides/notesSlide1.xml" Id="R88fd72e407b247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1c190c849f4ab7" /><Relationship Type="http://schemas.openxmlformats.org/officeDocument/2006/relationships/notesSlide" Target="/ppt/notesSlides/notesSlide2.xml" Id="Ra416d2a4d5fe41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b4bf91953f4d65" /><Relationship Type="http://schemas.openxmlformats.org/officeDocument/2006/relationships/notesSlide" Target="/ppt/notesSlides/notesSlide3.xml" Id="Rd7752f2907be4d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188e96c74043e1" /><Relationship Type="http://schemas.openxmlformats.org/officeDocument/2006/relationships/notesSlide" Target="/ppt/notesSlides/notesSlide4.xml" Id="R03e590767a224f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57726313ac4229" /><Relationship Type="http://schemas.openxmlformats.org/officeDocument/2006/relationships/notesSlide" Target="/ppt/notesSlides/notesSlide5.xml" Id="Rfcf9407683e342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63e5c5253c4035" /><Relationship Type="http://schemas.openxmlformats.org/officeDocument/2006/relationships/notesSlide" Target="/ppt/notesSlides/notesSlide6.xml" Id="R4d1ced9d398944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91b1f5a3504907" /><Relationship Type="http://schemas.openxmlformats.org/officeDocument/2006/relationships/notesSlide" Target="/ppt/notesSlides/notesSlide7.xml" Id="Rc01748fadffe4d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c51849244840d3" /><Relationship Type="http://schemas.openxmlformats.org/officeDocument/2006/relationships/notesSlide" Target="/ppt/notesSlides/notesSlide8.xml" Id="R2687a22952fe4e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26ef4bb4a94212" /><Relationship Type="http://schemas.openxmlformats.org/officeDocument/2006/relationships/notesSlide" Target="/ppt/notesSlides/notesSlide9.xml" Id="Ra9104e40642e4e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7827087cbc42f4" /><Relationship Type="http://schemas.openxmlformats.org/officeDocument/2006/relationships/notesSlide" Target="/ppt/notesSlides/notesSlide10.xml" Id="R4e9b192954914b3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A8684E-C458-42C9-9AA6-F9B90F5E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8F4FB-CCD7-41EE-8FEB-51D592D6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42C33-545C-4F6C-A9B5-82EC4F3E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674E7-8F45-40C9-9114-3A8A3FA8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Т Е М А   И   Р Е З У Л Ь Т А 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AC4F5-9750-494F-BF62-7628D2F4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rPr>
              <a:t>Корпоративный мессенджер с каналами и интеграциями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01348-F5DF-4BE6-B2F9-451D6632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ADE00-23C1-4D50-88D1-0B120950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CorpLink Messenger · курсовой проект · Python / SQLite / Docker / 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6EB87-8CDE-4D2F-858B-851FFC4A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2056E-2C8F-4665-A78B-D871CBA3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Fullstack CRUD-приложение для внутренней коммуникации компании: пользователи, роли, каналы, сообщения, интеграции, аудит, Docker, CI и облачный деплой.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1B5FB-B7E8-4804-9978-055D9272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81050"/>
            <a:ext cx="140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77A99-B52C-482E-BB4F-FB91CF9C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334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D5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7D50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38D80-2716-4922-955D-F2EEF619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525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line coverage gate backend-ядра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C9BAA-DA64-4732-B69A-6A01660E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81050"/>
            <a:ext cx="140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585F4-388B-41F5-A09F-EE51CB7E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9334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876C6-2B3B-4C3B-9605-1235B9A7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3525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планируемых Git-коммитов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7725E-73F3-4B15-B5E7-3E51E716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48079-C027-4145-971A-4A3A7762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B61998-5E72-4D18-8D9E-983E6C0A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Browser SPA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F0B0B1-A353-4A2F-B816-23F8C597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HTML/CSS/JS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рабочий интерфейс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B65D6E-6717-4BFE-8E0A-42EA5685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956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21E33-BCAE-4933-9E81-8009C365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80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0E5B45-0574-4363-9CCA-D4895605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DD605B-BD3C-4852-B523-C0093B7A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460680-C73D-4A3A-901A-3D92AAD7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0375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Python 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01040E-62D6-4290-A948-D93B54B5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auth, RBAC,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валидация, CRUD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0BA040-4236-49DA-8137-A2BBCC98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956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996211-5462-4541-BDDE-26A4ADD1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480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E74D58-2554-4A20-9142-F82BB1EA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655A4B-AB66-4CEF-BA9F-2A8971F3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69BD81-ED8A-486E-B690-3D7D2D43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Relational DB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F73EBD-C419-4343-8461-396F7C54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57550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SQLite schema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FK + audit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7CF7E7-9B0B-4EB6-936A-3F98AA5A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55F6B6-FF34-4A1C-A6D8-27B018B5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480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BD22A3-E18C-462E-9DD5-5CB708CD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393ED7-58FE-4CD7-BCD9-9B011BCE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56B84B-4105-400B-8D2E-B6E5C2BF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0375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DevOps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5DBD19-87A1-4CAE-9F5B-516BB369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5755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Docker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GitHub Actions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cloud blueprint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33153F-2C24-49B3-98EC-BF2495C9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A907AA-8909-40D2-A1B4-A337039E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 factors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551EF5-7390-4AD1-B1C3-19066470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672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4E7C09-67DD-46D0-BF2F-6EB3ACEB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243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RBAC validation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159B66-8478-41F0-89D1-B6802E81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672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6FEF31-0DF5-4977-9C5F-714D6C81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243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Fuzzing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18FEA8-4C2D-45B3-AA82-B4036D16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672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317A35-311E-4202-8305-887D5073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243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CRUD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B23063-2BF2-4B54-A451-4C4BB9DB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672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14A5D2-243E-4287-B79A-A50B9DED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243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Docker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A86268-EA85-48BF-A588-1194FF7B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019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4F4"/>
          </a:solidFill>
          <a:ln xmlns:a="http://schemas.openxmlformats.org/drawingml/2006/main" w="9525">
            <a:solidFill>
              <a:srgbClr val="C9DE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4C5A97-D193-4C20-A0A8-F00B0AB1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6C72"/>
                </a:solidFill>
                <a:latin typeface="Aptos"/>
                <a:ea typeface="Aptos"/>
                <a:cs typeface="Aptos"/>
              </a:rPr>
              <a:t>Защищаемый тезис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D9AA07-B14A-4BF3-8B24-182D2BCD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7620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Проект показывает полный жизненный цикл клиент-серверного приложения: от анализа предметной области и UML до тестирования, контейнеризации, CI и готовности к облаку.</a:t>
            </a:r>
          </a:p>
        </p:txBody>
      </p:sp>
    </p:spTree>
    <p:extLst>
      <p:ext uri="{BB962C8B-B14F-4D97-AF65-F5344CB8AC3E}">
        <p14:creationId xmlns:p14="http://schemas.microsoft.com/office/powerpoint/2010/main" val="10510636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16BBC6-1C20-4E1C-8249-1A69004F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62D0F-E9B5-4598-9A19-A24ADF91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A1844-1E9A-43FE-9EE5-E1E267A9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B8CEC-6BB0-4C2B-8CA9-5BFA96CA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П Р Е Д М Е Т Н А Я   О Б Л А С Т 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88E8F-A55F-4E92-9A28-EA6F764B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rPr>
              <a:t>Коммуникации компании требуют ролей, приватности и трассируемости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43B7E-D580-4891-AEA0-A6243CCC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81784-47CA-49FA-BF87-660E62AE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CorpLink Messenger · курсовой проект · Python / SQLite / Docker / 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FF27D-19C7-4B1F-B83A-B3DF2A83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20B3C-380B-405C-AC68-F684ED49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80370-C920-448F-BD17-95D4A8E8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74369-E4F2-4489-94C7-F3CDA8CD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Администратор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FE1AB-911E-48DD-BCBD-65934851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057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Управляет пользователями, ролями, каналами, интеграциями и аудитом.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210EB-B9AA-4B23-B5AB-C0190B34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954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38EDB-703F-4A73-B591-8E53299D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954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BE7C7-5951-4203-AEDE-EEC50690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478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Модератор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437C7-64CF-4CBA-91E6-2E1EEED2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52650"/>
            <a:ext cx="2057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Создает каналы, подключает интеграции, модерирует сообщения.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0C941-6EBD-45F8-B631-B63DB868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954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47080-FDFE-4BFB-AEDA-28EB5366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954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08C28-5212-477E-8E12-DCC02938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478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Участник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14B2F-4E46-4AB4-9C71-4FC66C6D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52650"/>
            <a:ext cx="2057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Читает доступные каналы и отправляет сообщения в рабочие обсуждения.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A091C-33E0-4573-B09B-0B4DEBB3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E3BEE8-E235-45A1-BE2D-3818C652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E6020-364D-4322-85D8-0EC61500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478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Bot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6FCCE3-6356-4B38-BEBD-35671B06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2057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Публикует события CI, Git, webhook и календаря от имени интеграций.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076223-7B1F-473B-9AFF-3FE807B8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Ключевые сущности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CE3DD5-167A-4D34-8133-3D43CCBB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8430C8-E9BB-4040-8EA4-50387D4D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329B64-C4D7-414F-82DD-486B3E4B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528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1EEECB-0E65-4E05-9CC3-92963E0C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100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D71B8B-D303-4846-9896-44F7E8A8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528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1F45C7-19A7-4DBA-A875-8E3A3ECD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100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ChannelMember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A6E8A8-E117-4360-A633-F6AB1911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A0705F-F493-4119-9510-B7D2D207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C9F848-3FDC-49FB-B508-AA7AF021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053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C3BF6D-044B-494C-B044-3A6E86EA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624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F4E8D1-A2CB-4122-A76A-AFC5083F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053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7A259C-E6A3-4D5E-A97E-FB106010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624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AuditEvent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463234-26DC-444A-9E91-5EEE955A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4724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73189C-B07B-4059-B98D-96F8B6AD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576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Бизнес-ограничения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4A1B63-A02F-4590-99AB-85E5E495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19550"/>
            <a:ext cx="409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1. Роли только из whitelist: admin, moderator, member, bot.</a:t>
            </a:r>
          </a:p>
          <a:p xmlns:a="http://schemas.openxmlformats.org/drawingml/2006/main">
            <a:pPr algn="l">
              <a:defRPr sz="975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2. Приватные каналы читают staff или участники канала.</a:t>
            </a:r>
          </a:p>
          <a:p xmlns:a="http://schemas.openxmlformats.org/drawingml/2006/main">
            <a:pPr algn="l">
              <a:defRPr sz="975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3. Пароли хранятся только как PBKDF2-хеши.</a:t>
            </a:r>
          </a:p>
          <a:p xmlns:a="http://schemas.openxmlformats.org/drawingml/2006/main">
            <a:pPr algn="l">
              <a:defRPr sz="975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4. Все значимые действия попадают в audit_events.</a:t>
            </a:r>
          </a:p>
          <a:p xmlns:a="http://schemas.openxmlformats.org/drawingml/2006/main">
            <a:pPr algn="l">
              <a:defRPr sz="975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5. Некорректные данные проверяются fuzzing-тестами.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7D2ECA-91AB-4DD6-BD7F-6F95E01F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26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A"/>
          </a:solidFill>
          <a:ln xmlns:a="http://schemas.openxmlformats.org/drawingml/2006/main" w="9525">
            <a:solidFill>
              <a:srgbClr val="F0D5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9C1C96-E1C3-4F37-82E5-D2BE3976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Доменная цель: дать командам быстрый канал коммуникации, сохранив контроль доступа, воспроизводимость действий и возможность подключать внешние события.</a:t>
            </a:r>
          </a:p>
        </p:txBody>
      </p:sp>
    </p:spTree>
    <p:extLst>
      <p:ext uri="{BB962C8B-B14F-4D97-AF65-F5344CB8AC3E}">
        <p14:creationId xmlns:p14="http://schemas.microsoft.com/office/powerpoint/2010/main" val="14488361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EC3434-79D6-467D-B31F-CFB1A0C7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45A54-4B88-4A4F-82DC-F3397862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02DD6-DE20-43A0-A320-0A025484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AF4AA-CF31-4E4C-B56D-7B3FBDA3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А Р Х И Т Е К Т У Р 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B3ADF-7FF8-49DE-A376-B08F8255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rPr>
              <a:t>Трехзвенная клиент-серверная архитектура с тонким HTTP-слоем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40357-0CC1-4F71-9D2F-C8C7DF42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1F1F6-1A21-492A-91BA-69359022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CorpLink Messenger · курсовой проект · Python / SQLite / Docker / 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3F08C-61CB-476D-BB2E-27E292CC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B6127-97E7-4BCD-8409-21414132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BF7A8-8D78-4C5A-9768-A357ADA1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8EB83-F299-465E-AFCD-C4FE9EC1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A0C30-61A5-4162-B019-52D5C6B9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Browser SPA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fetch('/api/...')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B4E07-BD0A-49A3-AFF4-A572DD4A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384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EEDD1-0D4F-4C7D-8480-C171D38D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907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85A29-B510-4E6C-B6EE-42534774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14500"/>
            <a:ext cx="2190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7CA0C-7AFC-428C-A55C-D5759341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145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CBE5E-9F86-49C9-97D5-71FB3AAD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57375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E9F77-AC26-44D6-8058-EB28AFB4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1924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MessengerApp.handle()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JSON routing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validation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business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CDC4EE-614B-4556-A74A-9F5FB1BE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384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58D6A-F4EF-4F9F-A264-9FE5EF22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907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C8537C-A927-43D3-97D8-4A2D9E5F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87224-7425-4CE5-B9FC-E4767F1C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A1EF4D-1207-478F-B008-4F44E120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43125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78701D-2E97-473D-A967-63448251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SQLite relational DB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foreign keys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97E1A-259C-40A7-ADE7-51990D3E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1475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4685EB-D3ED-4CD8-BA6E-CB5B4DA7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147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E96D19-8A19-49F8-B4A2-110D7048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57625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Auth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32C930-55F2-44EA-B904-4AD50694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14800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PBKDF2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HMAC token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1D0624-3FA3-48C6-BEA6-1DC56DBB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F9C0A7-AC79-42C3-9F11-27C4A213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46FCEE-B854-4467-8276-F933E5CB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57625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RBAC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BB3727-74AC-4B0D-847A-C0489C75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14800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permission map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role whitelist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60EC17-C824-427E-A159-41F7468A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1475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28B63A-7209-4A19-A11E-0421E2B9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147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BA745B-3122-4716-A318-2FA54515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57625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AA82AB-6FCF-4055-B049-42C88FF6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append-only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activity log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B7D7C9-6D7C-482A-9EAF-61AACC40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22C04E-1736-4AD4-878C-75157358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95700"/>
            <a:ext cx="1238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AA91BA-B859-4A36-866A-302D6AE4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81350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20C783-674B-4041-97CD-25DB69E6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695700"/>
            <a:ext cx="1238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2740D6-E9D5-4846-B30F-637FA3CE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81350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4F2240-B5B5-40B6-9C2A-8FE74936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695700"/>
            <a:ext cx="1238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0E63D5-284A-4E4C-B8FB-1DCD0883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190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44893C-DD28-4C5B-B08F-FF3045D8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43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Почему такой выбор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B98884-6FF0-4771-88DC-02DF0EFD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24100"/>
            <a:ext cx="17335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• Минимум внешних зависимостей</a:t>
            </a:r>
          </a:p>
          <a:p xmlns:a="http://schemas.openxmlformats.org/drawingml/2006/main">
            <a:pPr algn="l">
              <a:defRPr sz="9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• Простой Docker-образ</a:t>
            </a:r>
          </a:p>
          <a:p xmlns:a="http://schemas.openxmlformats.org/drawingml/2006/main">
            <a:pPr algn="l">
              <a:defRPr sz="9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• Быстрые integration-тесты без сети</a:t>
            </a:r>
          </a:p>
          <a:p xmlns:a="http://schemas.openxmlformats.org/drawingml/2006/main">
            <a:pPr algn="l">
              <a:defRPr sz="9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• БД подключается через env</a:t>
            </a:r>
          </a:p>
          <a:p xmlns:a="http://schemas.openxmlformats.org/drawingml/2006/main">
            <a:pPr algn="l">
              <a:defRPr sz="9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• HTTP-сервер заменяем, ядро API тестируемо отдельно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EEF0D4-D922-4628-8FE2-A2828A05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481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4F4"/>
          </a:solidFill>
          <a:ln xmlns:a="http://schemas.openxmlformats.org/drawingml/2006/main" w="9525">
            <a:solidFill>
              <a:srgbClr val="C9DE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FAF8F3-CB63-4CF1-B1BD-334306E8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243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6C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46C72"/>
                </a:solidFill>
                <a:latin typeface="Aptos"/>
                <a:ea typeface="Aptos"/>
                <a:cs typeface="Aptos"/>
              </a:rPr>
              <a:t>12-factor ready</a:t>
            </a:r>
          </a:p>
        </p:txBody>
      </p:sp>
    </p:spTree>
    <p:extLst>
      <p:ext uri="{BB962C8B-B14F-4D97-AF65-F5344CB8AC3E}">
        <p14:creationId xmlns:p14="http://schemas.microsoft.com/office/powerpoint/2010/main" val="5601691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D7CB31-2294-44C3-B03A-B8E91712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1D31A-4EAC-4523-8DA1-F236E595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B9633-6536-408C-AD91-10629B21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3E416-30F1-4376-89E3-03A46EDC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Д А Н Н Ы Е   И   Р О Л 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80DD9-AAA8-4359-A705-073978DA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rPr>
              <a:t>Реляционная модель соединяет сообщения, каналы, интеграции и аудит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688C7-6B60-4B3E-ACD5-ECA3707A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BF4F9-302F-4335-AAE8-8BD5B7F6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CorpLink Messenger · курсовой проект · Python / SQLite / Docker / 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8FD48-60FC-4315-81BF-BF5BDF14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035E6-0FA4-406D-AF7F-7D601502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D0188-8214-4835-8FE3-060BE442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0A8D6-5CE9-45B2-B893-8CBF5E0C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B559F-384E-42B5-99B8-E468A394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id, email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role, active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0859C-DA4D-4046-B536-6F0477D9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62125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8BBCA-33B9-4E0B-9B5D-490C6E15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621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5C37F-0663-40B3-B680-05365AAC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79C2A-CEF3-4200-A318-A6FEDCA8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62175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slug, name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is_private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58B49-23A1-48CF-AA19-3139ECE3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62125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BA5078-4818-48BD-8FAE-41AE3468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621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580B4D-4196-4149-879B-7378FFC1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050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D5BA1-E1BB-40BD-A5D2-FBE4B791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62175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channel_id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author_id, body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AF4CBA-2E55-466B-8E2F-EE403243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9BE3E-917F-4637-92BE-4AC73FE8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5B6AF6-ED79-4CBA-9B1D-C60A5C7C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050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4A8C17-2531-4315-8C76-79A9C22A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62175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type, config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enabled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51533-9DC7-4556-AC45-7ABE232A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9A7729-E4B1-4FF1-B95C-C4EBFA41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D5408D-541D-42DF-941A-BDA6BF00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80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channel_members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A8990E-158B-4F6E-8637-72C6FBDB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0520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channel_id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user_id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63649C-287C-4033-AACE-E37C4D3C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97D67E-0CEE-4B3A-98F3-BF9D9876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28D7DE-2648-478A-9549-A99E8C67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480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audit_events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EB2054-1A10-43C8-B85E-5A3D26CF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0520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actor_id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action, entity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914A95-C8B2-4B16-891C-DE659849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0502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E45253-0E15-48A5-9F05-4F066C20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57400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1B3459-3F9C-421A-80C3-18453CD5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0502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F22963-F934-48C5-9BC6-AF636B9A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57400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D4EC7A-3B75-42B7-B63B-1C68B927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0502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9D71E6-6116-4F95-A0EC-7CD09F52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1DA547-C288-45BD-9B23-C7F1E9FA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47925"/>
            <a:ext cx="285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622E7D-F9CB-432B-A385-E1201310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86100"/>
            <a:ext cx="1238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2550D6-8A04-4FA8-9458-4D1D87D7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47925"/>
            <a:ext cx="285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6CDF19-C799-4E5C-8D52-1524D162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86100"/>
            <a:ext cx="1238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5617FB-31A5-4017-A8AA-5B68B4BB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5E8777-D862-48DA-A6E6-C3CF0FD3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Роль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E4E9A3-03D7-4DDC-9E35-13AE4600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2475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Разрешения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1957C1-B3EA-4815-9817-2DA410A9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62475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Назначение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D76C90-A4F7-44EF-9D84-D07EDF9A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EC3E4E-899A-4F01-AB0D-DDB82A07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98324E-4AEC-45A6-BDDE-B0CE0E18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3870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users, channels, messages, integrations, audit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434D50-82A5-45C2-AB39-FF02F446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3870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полный контроль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5A57C7-3A76-4342-9AAC-A1548846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64EF6F-123E-4118-BADB-5E19CE5E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moderator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45D858-3EF7-4442-BB41-B6B496D6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2445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channels, messages, integrations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4CFC0A-9351-43DD-B0CE-0DF43EB0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2445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операционная модерация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905F18-610A-4D3D-84E7-DD3DAF4A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0BCEAE-D1B3-45B8-80FD-9F156B2E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member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B78C998-AD79-4E1D-B654-23236C90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1020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E5305A-1A6E-4C52-BCE0-3074523D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1020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участие в обсуждениях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DE4E707-152A-4FC0-9391-9AB91A9F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470D3C-8373-4DFB-8A3F-1C6BE7B4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bot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91AB76-BEFD-4336-9D92-3AFA9A68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9595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DD39CC-E8C3-41AF-99A9-22CBF6E8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9595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автоматические события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F04D393-A6D4-4644-9CD0-8168D370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4C3B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D537C01-890E-4523-B9DD-6439458D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007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Валидация: любая роль вне whitelist возвращает 400 и покрыта unit, integration и fuzzing-тестами.</a:t>
            </a:r>
          </a:p>
        </p:txBody>
      </p:sp>
    </p:spTree>
    <p:extLst>
      <p:ext uri="{BB962C8B-B14F-4D97-AF65-F5344CB8AC3E}">
        <p14:creationId xmlns:p14="http://schemas.microsoft.com/office/powerpoint/2010/main" val="7826410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261D91-3294-4054-9707-DA0330DB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32E79-5EA2-430C-A2E5-3C8BE012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7ED71-255F-489B-9D4D-5312603F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4F171-54D9-4EE7-9CBB-9B5E9F08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A P I   И   Б Е З О П А С Н О С Т 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598D8-3312-439F-8A55-BFD8EB70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rPr>
              <a:t>Auth flow отделен от CRUD, а каждый защищенный маршрут проверяет token + RBAC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2263B-CE6A-4264-ACE5-DDBA012C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D1D57-D9E4-4227-8A0C-5EDFB971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CorpLink Messenger · курсовой проект · Python / SQLite / Docker / 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40F3D-598A-4CB5-A1F5-505E6568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72563-33C1-4ED9-8836-6D2E95B4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D0D10-F7C9-4DAA-9F73-F8272D40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6C4B4-F599-4AEF-B4A1-84F6F056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57400"/>
            <a:ext cx="285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972BF-F8C1-4E60-9057-10C60B85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954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75FBC-977F-45A6-BE79-F8AEC466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907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9A3ED-DC79-4DF9-B797-427C3812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57400"/>
            <a:ext cx="285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AC3A1-BF5A-48F1-8A5A-D782E7AE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954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AF158-E2CB-40A1-9961-A019FE25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907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EA205-DC4E-448A-9C43-029F9DCF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57400"/>
            <a:ext cx="285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F299C-581F-433D-BEA5-BFD2D0DF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954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BD08BD-AD3A-4464-9541-48D2CAFC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8D54C-55A2-40DA-8A2A-51A328A7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57400"/>
            <a:ext cx="285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8AD1B-DF4C-4D13-8701-6E622BD1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6B9D7-F477-4CCD-A9E6-42246857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907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E60FE3-2869-4244-B735-DFE1317A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285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91BA1C-F0B6-4739-9C61-113C946D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479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BAFF76-9129-4D9F-BA5A-CFD76871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002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8FE797-4099-4588-9391-1BF31810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email/password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894338-F494-46F5-97DD-A5A991D3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241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9E0181-7A65-4151-BD81-A7145A39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765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223A4C-EAB4-4213-97A5-356B37F7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POST /auth/login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0CA17C-2CA5-42DA-A2DC-147E8211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004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FBF7F0-6B2C-404A-9AB9-4A8D69F8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527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2CD4F9-F67D-4CCD-B084-11FA48A4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verify_password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41B5CF-44D5-481B-86F4-822F46CF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76650"/>
            <a:ext cx="360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0D6B0D-EE31-41EE-BFD1-CB2CC230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290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1CCF47-096B-4A01-AFC8-9D9B8B1D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86150"/>
            <a:ext cx="3505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SELECT user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0304F5-B98D-4174-ABC8-1C3429E5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52900"/>
            <a:ext cx="-198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4F5061-EE1F-4A0F-BA8D-285F17E0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052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C4A89C-1EA8-438A-BD95-BDAC9D40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6240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signed token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BFC7E0-63EC-41A9-853A-A9242BCF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291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35C130-1734-48BF-A17A-660CDF6F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815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74FC19-C4E7-49C0-ABD8-E38038DC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386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POST /channels/{id}/messages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E8AA1C-AC57-469B-9197-94AF71C0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05400"/>
            <a:ext cx="1790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9B2D5A-ECC4-4A11-A8DC-9A2B1F07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577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26F7C5-D5AF-40A8-900E-8239664E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1490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verify_token + RBAC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4F35CF-92F7-432B-B97F-741984B1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581650"/>
            <a:ext cx="3676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FAC842-50DC-4B30-87BB-4D51DFCB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5340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252E13-31F9-4548-AB69-16F92D57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9115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INSERT message + audit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AEC72F-B03A-4431-BB0E-E60F1D2A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6220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FFD5AC-CCDF-4E1A-B3A7-5AD46C92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62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A1C198-8FBB-436C-909C-30BB3596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0507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Токен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0277CC-8B70-4FC2-9111-01816187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622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HMAC signature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exp/iat/sub/role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D6BB1E-6196-418C-9761-E332B6DD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2425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C85A40-20F1-4EF3-B2C4-F35E5233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242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F8FB28-42D1-4BA8-BF60-14B7DB5A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6712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Пароли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81AD0A-F5AF-48DE-8DA2-8B03B94F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243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PBKDF2-HMAC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120k iterations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2235F9-5A28-4CEA-944D-5AC99118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8630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224B28-AFFA-4914-9C22-CCF9843E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863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FB8618-BC3F-494D-B7D9-6ED8C1B1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2917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Ошибки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A950BE8-E774-44FF-96AF-F1EB681F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863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400/401/403/404/409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без 500 на fuzz</a:t>
            </a:r>
          </a:p>
        </p:txBody>
      </p:sp>
    </p:spTree>
    <p:extLst>
      <p:ext uri="{BB962C8B-B14F-4D97-AF65-F5344CB8AC3E}">
        <p14:creationId xmlns:p14="http://schemas.microsoft.com/office/powerpoint/2010/main" val="9485873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4D7831-4367-4CCC-BF8D-BA062D48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14E75-756B-4328-A0BC-E79B6D44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9004E-7C9C-48B3-B486-0570BAC6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73C64-61F0-4D9A-87FE-F3EA474D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F R O N T E N 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76721-8022-4C42-8DA0-777AA24B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rPr>
              <a:t>Первый экран приложения - рабочий мессенджер, а не лендинг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72797-8385-4380-8ED0-0F7523DE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6141D-9A89-4472-B6B3-77121C3E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CorpLink Messenger · курсовой проект · Python / SQLite / Docker / 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5D48E-D4B0-49D8-ACFA-8AEADFD1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8D5A0-D2E0-425E-B04E-64E3DEA6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0287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88E45-B0E3-4B62-B572-8631B70B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93D1C-85E8-4845-9D80-25D70A9E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  CorpLink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6A547-901D-406C-A187-1EE3D591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478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CE7E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CE7EA"/>
                </a:solidFill>
                <a:latin typeface="Aptos"/>
                <a:ea typeface="Aptos"/>
                <a:cs typeface="Aptos"/>
              </a:rPr>
              <a:t>Admin · admin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553E2-2E9A-4D6E-8B3B-5F16A9C6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266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7E0B2-E060-4803-B9E2-D5C20EF4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Каналы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BACB7-8CA0-43B3-B630-6C259492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46395-A5E1-4392-9955-A5C7438E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384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#general open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54991F-95CA-4900-BF42-690B11B1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3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515D8-8AEB-4BF5-ACFB-B947A064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337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#engineering open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2786C-2432-4DE8-A62E-B3F7CA3E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A9F7FD-CE66-4FB6-A894-7752A7BA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290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#security private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501AE-8E03-44C2-9B63-5DDB2B3D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7588D-8BA4-445C-B716-9617DDCC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243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#release-room private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3D50D-B7FE-440B-9155-369F5AD0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4229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3F195-74F6-436A-A9B0-643E0AF1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527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#engineering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F4870E-94DB-41CC-88D6-351AD7A5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9900"/>
            <a:ext cx="3695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FFD901-FFC6-42D5-B7A3-48EE6271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6C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46C72"/>
                </a:solidFill>
                <a:latin typeface="Aptos"/>
                <a:ea typeface="Aptos"/>
                <a:cs typeface="Aptos"/>
              </a:rPr>
              <a:t>Alice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6B69FE-AF71-4CE0-9D7E-E841234F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385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CI pipeline is green after the last migration.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82CF29-789E-4628-A17A-553E4F44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3695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4794AB-B362-445D-843A-F9F54ECE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3380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6C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46C72"/>
                </a:solidFill>
                <a:latin typeface="Aptos"/>
                <a:ea typeface="Aptos"/>
                <a:cs typeface="Aptos"/>
              </a:rPr>
              <a:t>Deploy Bot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C4D7D5-CBF8-477D-86CE-31D6C170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671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release/1.2.0 passed smoke tests.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51B5B2-39A8-4DEA-853C-DB6F6D5C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67200"/>
            <a:ext cx="3695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A8E39C-D247-4A3B-A921-1D432E4C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6245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6C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46C72"/>
                </a:solidFill>
                <a:latin typeface="Aptos"/>
                <a:ea typeface="Aptos"/>
                <a:cs typeface="Aptos"/>
              </a:rPr>
              <a:t>Moderator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C0C1F9-8ACF-456C-A8AF-DE76A512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958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Please keep incident notes in #security.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EFC6CD-9DB9-4788-9150-76036ECF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72050"/>
            <a:ext cx="3695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F60F24-A01E-4DF6-AB40-1B914B7C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863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Сообщение                         Отправить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225433-1D28-4A94-A6A1-61ED1706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2857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DB937F-FD5D-4391-ADD7-85BED75B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908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Интеграции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5655DE-26EC-476F-B63B-A216EC44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9085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AB1574-D204-4FFA-BC74-7F7C80E9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38475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Release webhook · webhook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A69533-EA4F-4D01-869A-59912D26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4805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79BE2D-3946-4A43-9410-6F05A33E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95675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Git mirror · git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6B63B3-52EB-4ECF-B4EE-C7B6339A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ACB7A2-C1E2-4D81-AB9C-E8D63889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Calendar sync · calendar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64AFC7-DCAB-4035-AE6F-C1165015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1700"/>
            <a:ext cx="952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UI покрывает основные сценарии: вход, выбор канала, отправка сообщений, создание каналов, управление интеграциями и пользователями.</a:t>
            </a:r>
          </a:p>
        </p:txBody>
      </p:sp>
    </p:spTree>
    <p:extLst>
      <p:ext uri="{BB962C8B-B14F-4D97-AF65-F5344CB8AC3E}">
        <p14:creationId xmlns:p14="http://schemas.microsoft.com/office/powerpoint/2010/main" val="21362905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A489FD-74D6-4731-9C0B-1A2C77D5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05264-45D3-48B3-8F4C-D6861244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E7929-7B38-4FB3-A085-4F2ECD3D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9E910-0CD3-4A6A-AC26-E26B85EF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Т Е С Т И Р О В А Н И 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50C2E-15C0-4F64-908B-82800D4D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rPr>
              <a:t>100% coverage gate и фаззинг защищают API от регрессий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33B1B-B80D-48C5-B15B-32D7DFA5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C59C2-9608-474E-BB2A-53DF8BEC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CorpLink Messenger · курсовой проект · Python / SQLite / Docker / 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3076A-6058-4ADF-BC29-1046900B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7B22A-3A15-437B-966C-DFBE3D70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EA93D-DAB9-4602-98BC-4E96513C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74A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D74A8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61F32-E814-4FCF-A6B9-1ED7F873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unit + integration + fuzzing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6D1EC-BCD5-4E2E-B6BD-3D0F5C8C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145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0A63D-67C2-4B56-9D37-4F6011C0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669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6C7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46C72"/>
                </a:solidFill>
                <a:latin typeface="Aptos Display"/>
                <a:ea typeface="Aptos Display"/>
                <a:cs typeface="Aptos Display"/>
              </a:rPr>
              <a:t>547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13CCA-B822-4FF8-97F7-803285ED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860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исполняемых строк backend-ядра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842BE-FA24-4F70-8AFB-C1D91C7A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C2A7C-DE3E-4FE1-A32F-F308684C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D5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7D50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6A4B0-7A99-4243-AF12-8EC48A91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860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порог покрытия в CI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CCC22-05F8-444A-8808-9B88A280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5C95A-B06E-4B8D-9966-4499BEFE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669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120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95436-E528-4D87-BC17-530B7409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fuzzing-итераций по payload/auth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C8245-FE22-4979-9E4A-814710FF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F2F3B-15E5-4751-B8F8-A7A99505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ED2AE-F696-4E20-AD95-2D6BB40C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unittest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66E6D9-FC2A-49C9-9A41-A06435CA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security, validators,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rbac, database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279F1E-9C93-40F0-A959-5DE75A54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338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9258B8-ABF2-4088-9BAA-9635B0EE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861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D0D59B-E059-418F-8D47-DD7C20A2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2FDE37-C168-4A53-AE36-C7EA2B42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0791E6-855C-4785-8E08-EC95B472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76625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API workflows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B065DA-9C3F-499D-A86B-1A35EBE1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338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login, CRUD,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private channels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8CCF10-9B54-4A37-BD15-73629981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338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A38BDF-234B-49C4-B3EC-31AB7426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861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943F83-38DC-431A-A807-DED0BDEF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3375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647E2C-FEA8-41D1-B4D2-E5173CDD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33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2D60C3-9924-4D6C-A432-281AEF5F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Fuzzing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5F1597-9731-460C-B21A-4D287B5E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invalid roles,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json, ids, headers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6E0A9C-35A3-4CD5-946E-DBD44820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338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17449D-E803-434C-AC36-F8DEF13C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861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41B0C1-14B8-4978-9B0C-68CC2E28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E362A1-B39A-4813-88FB-E0E88214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B707C4-4FA0-454D-A961-F794B1EE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76625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9C79C1-4275-4896-963B-96AC2D09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338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no missing lines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no 5xx crash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77A15C-C34C-4FF5-950B-DB5C90D7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Auth/token negative cases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110974-C9C1-4F9E-ACDD-1ABF237C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2B219D-A724-4D72-B341-0F09CD9D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E0A74D-A484-4278-8CCE-33B9ABE4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625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RBAC invalid role cases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62DCFF-8A20-448F-9424-43F6BCDF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720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048AD8-FD30-4043-A7D0-B5B90512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720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2F1DF6-CA7A-4C1B-9F75-A0C927E9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CRUD happy paths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A6CB2B-05CE-47AB-8166-8499F7CC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720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FD0DC3-0CCC-40E1-9C68-339D69BF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720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E948F6-8021-47F9-9463-87210FCC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625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Malformed input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BFBB58-F673-415A-8F8F-B3583009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720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07FA67-108E-4A92-95B9-071A77D9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720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FAD4BE-1D8D-44E6-8191-3B66F6D0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9867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4F4"/>
          </a:solidFill>
          <a:ln xmlns:a="http://schemas.openxmlformats.org/drawingml/2006/main" w="9525">
            <a:solidFill>
              <a:srgbClr val="C9DE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B7DAA7-D959-4D00-85E6-A45A55BF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6C72"/>
                </a:solidFill>
                <a:latin typeface="Aptos"/>
                <a:ea typeface="Aptos"/>
                <a:cs typeface="Aptos"/>
              </a:rPr>
              <a:t>`python3 scripts/coverage_gate.py` запускает весь набор тестов под trace и падает, если есть хотя бы одна непокрытая строка.</a:t>
            </a:r>
          </a:p>
        </p:txBody>
      </p:sp>
    </p:spTree>
    <p:extLst>
      <p:ext uri="{BB962C8B-B14F-4D97-AF65-F5344CB8AC3E}">
        <p14:creationId xmlns:p14="http://schemas.microsoft.com/office/powerpoint/2010/main" val="19865316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53DE0F-2C4D-4620-BDAA-5ABB2876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F0C72-94CC-4C76-97C9-C6E069F6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6DD0A-388C-447C-9CEC-925E6123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52690-68FA-4850-963D-5A9D02F1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1 2   F A C T O R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A11EE-3D96-48A2-A49F-C72DDD8C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rPr>
              <a:t>Проект спроектирован как переносимый сервис, управляемый окружением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43892-EBB4-4A7F-9497-881768A4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A0214-4F79-4B0F-9712-22650153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CorpLink Messenger · курсовой проект · Python / SQLite / Docker / 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0A480-A5C2-41B9-B592-431F3ADD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29308-93A5-46CD-B368-0A3FA01D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85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CC2E5-36A1-4858-A47F-DAACEAC0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Фактор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1F1F9-F9F0-4377-9E16-E8F0C26E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43075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Реализация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B5535-0EEE-4CD8-B2E0-4AA57217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685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E3735-DCA9-4360-A399-0A904D7C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Config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947FA-96E4-4C85-98D3-DED920B2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1930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APP_ENV, DATABASE_URL, SECRET_KEY, 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71FF9-EDC4-4B14-9DD9-4169E4D0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685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994E5-CC01-47FB-BD33-9072B7F1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Backing 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7BC0C-DBD9-4E6F-A5D4-230E09FC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БД подключается как ресурс через DATABASE_URL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C9C35-2F1A-4E63-ABBD-142092F1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685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D21889-96CA-4A52-9B01-51425066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Port binding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49676B-4EF9-45BC-9E05-0F698C8E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9080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HTTP-сервер слушает 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A5C0F0-A8D5-4BA4-801A-2D657DD3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685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D33D6-42C7-4471-8011-9D061DF3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Processes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A9703-2424-4AA3-B2D0-A964D039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7655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stateless API, состояние только в БД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B06894-91E6-4DB2-BBF9-0A2DE2D9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685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9CFDD9-2EDB-4F43-A5A5-983BFFFF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Dev/prod parity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6481B6-CAD1-4831-B65A-D518ED65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6230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один Dockerfile для локального и облака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72F51F-8A53-4364-A2B4-3A3A12FC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685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EFE7A0-601E-4A5D-B3E0-01FFDD29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Logs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597F0F-6637-4168-8053-DD98596A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48050"/>
            <a:ext cx="323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stdout + audit_events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67756C-F549-482E-BF8B-32CC222D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2857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68A5D1-DB99-4832-B350-6CF1A381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240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Env contract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D182FD-ED3C-4518-910E-3DB43527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8931ED-1598-4589-A3C8-E19A6C78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APP_ENV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C97C34-64BF-4014-B580-F019C0C2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860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105107-C996-4998-B2C5-85243F7C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432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68C772-4CC0-4895-B590-0039CAC0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92CE56-C022-43DE-B487-44172986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DATABASE_URL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1159C6-EF58-4554-BD97-3D8DCB48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09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D12E4F-2C06-48E6-8489-0595CD37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67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SECRET_KEY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AEF1F4-EF5D-411A-B540-C061EC2C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71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569D08-D97E-4133-BA6D-88052D17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290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TOKEN_TTL_SECONDS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DD69D4-5CC1-432A-A596-BB21AB78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3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52E6BD-EE85-4AFD-876B-2BECBB82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91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CORS_ORIGIN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7B2231-4335-418B-B5F3-58420D0F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A"/>
          </a:solidFill>
          <a:ln xmlns:a="http://schemas.openxmlformats.org/drawingml/2006/main" w="9525">
            <a:solidFill>
              <a:srgbClr val="F0D5B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790256-AAF4-419B-A92D-C522C123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BC6C2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C6C25"/>
                </a:solidFill>
                <a:latin typeface="Aptos"/>
                <a:ea typeface="Aptos"/>
                <a:cs typeface="Aptos"/>
              </a:rPr>
              <a:t>Секреты и параметры не зашиваются в код: один и тот же образ переносится между dev, CI и cloud release.</a:t>
            </a:r>
          </a:p>
        </p:txBody>
      </p:sp>
    </p:spTree>
    <p:extLst>
      <p:ext uri="{BB962C8B-B14F-4D97-AF65-F5344CB8AC3E}">
        <p14:creationId xmlns:p14="http://schemas.microsoft.com/office/powerpoint/2010/main" val="12168769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6B7957-C2D9-469C-8E49-F6AFC8FC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E0EEB-F919-4086-9B26-E9089648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900A9-84FA-4F09-984B-604A3892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AC3D2-9DB4-42A5-A054-7CCED0EF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G I T ,   C I ,   D O C K E R ,   C L O U 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2B8F8-5017-43F7-8D7F-C614FDB8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rPr>
              <a:t>История разработки раскладывается на 20-30 небольших проверяемых коммитов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1877A-499A-49B1-A4B9-02F462D9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7ADF1-102A-4D48-9D32-915B8274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CorpLink Messenger · курсовой проект · Python / SQLite / Docker / 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4CD11-D22D-4FBE-8A77-87B78522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3C442-B85A-41C6-82DD-4D0B243E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52AE4-8972-40E6-868D-34FAD4F3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01-06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2EFD1-D516-4296-B453-220FF7F2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7D563-4023-42CE-8388-C5462499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62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skeleton</a:t>
            </a:r>
          </a:p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config</a:t>
            </a:r>
          </a:p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schema</a:t>
            </a:r>
          </a:p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auth/rbac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7FAB2-9482-4488-B8D1-B61B8A7E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D1AD1-3627-4B5C-AA94-C8F5ECDC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431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50431-AD87-4843-9825-4B558C26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431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6AFFC-67EA-45CD-A181-C010EAB0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07-13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0C157-055A-4EA2-9445-686C48D7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EAC38B-8B50-4F07-9837-38D8E691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43200"/>
            <a:ext cx="1162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users</a:t>
            </a:r>
          </a:p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channels</a:t>
            </a:r>
          </a:p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messages</a:t>
            </a:r>
          </a:p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integrations</a:t>
            </a:r>
          </a:p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audit/seed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E71A0-6239-4E74-9579-CB9E3CFC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B1D0F-7163-4C2F-B82B-FA4CA761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431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A6AA5-C2AA-47C0-95E4-EB64B488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431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8B9FC-9299-480A-848F-AB013EC0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14-18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B8F9A-5F27-4DE5-8F5C-E7A37CAB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FAD270-AAD4-452E-A6E9-CBE3E71A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162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frontend</a:t>
            </a:r>
          </a:p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auth</a:t>
            </a:r>
          </a:p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channels</a:t>
            </a:r>
          </a:p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C2FE0D-E90F-4C1C-A73C-D22D4E49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BB8432-764C-4484-8E3D-87365F37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431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C29436-D53D-43C1-AF31-E812F555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431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71BDB0-83B8-49C7-905D-C1B683EF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57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19-22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F59104-530A-4E45-BB9F-65FC8352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289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D3AB21-74D8-487E-BEFB-81A72802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43200"/>
            <a:ext cx="1162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unit</a:t>
            </a:r>
          </a:p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integration</a:t>
            </a:r>
          </a:p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fuzzing</a:t>
            </a:r>
          </a:p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66694A-58B8-4389-947B-FE372760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B5FFEE-95F8-489D-A4D3-54969C2B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431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3C91FD-C43A-4D70-B616-BE5B0140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31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997EA8-F04C-481D-A0CA-74FF861E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57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23-30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0C3F46-25F8-4A80-A387-12830AEE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289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FA6DFA-6D73-492C-8632-5F814316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43200"/>
            <a:ext cx="1162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docker</a:t>
            </a:r>
          </a:p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ci</a:t>
            </a:r>
          </a:p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uml</a:t>
            </a:r>
          </a:p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deploy</a:t>
            </a:r>
          </a:p>
          <a:p xmlns:a="http://schemas.openxmlformats.org/drawingml/2006/main">
            <a:pPr algn="ctr">
              <a:defRPr sz="86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presentation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A1D5B4-5BB1-414A-84E7-C2789195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2C1E44-BC89-4514-A20A-35B30FD2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1AD058-02A8-4BA2-8AEC-529964BD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62475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GitHub Actions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802703-E2CD-4269-BC96-2CD50D81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965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unittest discover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coverage gate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docker build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C2F809-FC9B-4E59-A96D-FCA50050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768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6B1BAA-017F-4221-8D47-C7153476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291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C1B80F-D100-41F6-8F9B-8EB3E0D6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1960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4F9E11-E046-4B68-8C62-0360AA66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196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E46E9B-1EBC-4158-8453-A1F57CB3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62475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Docker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F860B3-88A7-4245-96E0-41D28302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1965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python:3.12-slim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/app/data volume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port binding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E6DA45-9C8F-4C76-9772-746E5FF8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505282-54B6-44F1-BD9D-1ED95353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291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2C6F88-43BA-4847-BEE3-CF4B6D7E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1960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D61370-B57E-495C-8977-5BA61266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196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D9C3E5-2866-4A19-9B06-99C0B95F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62475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29"/>
                </a:solidFill>
                <a:latin typeface="Aptos"/>
                <a:ea typeface="Aptos"/>
                <a:cs typeface="Aptos"/>
              </a:rPr>
              <a:t>Cloud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AB45F2-89E8-4ABE-A583-2FE1BA3A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Docker web service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persistent disk</a:t>
            </a:r>
          </a:p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env secrets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5B177A-D5DB-4360-BB16-39E3DBB8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055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Такой журнал коммитов выглядит естественно: каждый шаг добавляет отдельную проверяемую часть системы и совпадает с разделами курсовой.</a:t>
            </a:r>
          </a:p>
        </p:txBody>
      </p:sp>
    </p:spTree>
    <p:extLst>
      <p:ext uri="{BB962C8B-B14F-4D97-AF65-F5344CB8AC3E}">
        <p14:creationId xmlns:p14="http://schemas.microsoft.com/office/powerpoint/2010/main" val="18397103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6E3053-A4EC-4B89-9B5E-681F7DE4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CD6A6-B55B-4BDE-A0D7-DDDBACF4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1E68F-6EDB-47BD-B811-2BE2A45E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D8DA2-C294-4278-A77C-AD427C59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И Т О 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7C8A6-9A40-44BC-A438-9834C9D5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329"/>
                </a:solidFill>
                <a:latin typeface="Aptos Display"/>
                <a:ea typeface="Aptos Display"/>
                <a:cs typeface="Aptos Display"/>
              </a:rPr>
              <a:t>Проект готов к демонстрации, расширению и облачному запуску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3BFD1-7F43-4D47-ADB0-B19D0B4D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66570-10C8-41F3-9175-F53F52BF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CorpLink Messenger · курсовой проект · Python / SQLite / Docker / 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61F6E-8EE9-4ED1-AFBF-2BB62B13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4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88B57-55BA-45E3-B7BA-024D7AE1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695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6C09D-B30B-4281-A677-836103C5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2880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6C7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46C72"/>
                </a:solidFill>
                <a:latin typeface="Aptos Display"/>
                <a:ea typeface="Aptos Display"/>
                <a:cs typeface="Aptos Display"/>
              </a:rPr>
              <a:t>CRUD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52AA6-0C83-4A9A-92D4-D2B4D10C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users, channels, messages, integrations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3F06E-EB6F-467D-B88F-755AB0D6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76400"/>
            <a:ext cx="1695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2346F-CAC8-48C1-AE45-26E3AAE4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2880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5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252A"/>
                </a:solidFill>
                <a:latin typeface="Aptos Display"/>
                <a:ea typeface="Aptos Display"/>
                <a:cs typeface="Aptos Display"/>
              </a:rPr>
              <a:t>RBAC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EC8B9-8D6C-4178-A2CE-14CA4E13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admin, moderator, member, bot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36F53-BF92-4C8B-9EA2-76604F23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76400"/>
            <a:ext cx="1695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C9689-76A4-4234-8BDA-2CD4B4CD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2880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74A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D74A8"/>
                </a:solidFill>
                <a:latin typeface="Aptos Display"/>
                <a:ea typeface="Aptos Display"/>
                <a:cs typeface="Aptos Display"/>
              </a:rPr>
              <a:t>CI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F347A-10F4-494B-851E-5329AE5B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tests + coverage + docker 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647AB-35D5-40E8-AB8F-542E447F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76400"/>
            <a:ext cx="1695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3E9EF-F0EA-4F46-BD75-2FC5FD54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Cloud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C2340-8E27-48A5-BF68-03FB640B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4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57485"/>
                </a:solidFill>
                <a:latin typeface="Aptos"/>
                <a:ea typeface="Aptos"/>
                <a:cs typeface="Aptos"/>
              </a:rPr>
              <a:t>Docker service blueprint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BC85F0-9ADE-4549-BED8-05CF1989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AF2D4-C316-4266-ADC1-10AFCF82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831858-EC45-40DD-BE13-1B64E556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38525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Команда или данные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F01CFF-CCA5-4E43-9206-B0FCD61C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BDA398-45A0-4C95-837E-3AC4EB44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Запуск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FDB30F-4B2D-4DA6-B195-942FBBE3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147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python3 -m server.httpd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CF02A-96B6-4D1E-9EB7-596E708A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E4BDA8-24C0-43D7-9F65-5C43160E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Тесты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0D6BB3-70CD-4CA6-9239-185A945A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python3 -m unittest discover -v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E4B13D-DE0A-4EA9-A686-B6DBAB0F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8D4B3F-560F-4373-B55F-F24AE9B0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Покрытие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3A6827-2272-404D-B759-3A9948E0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862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python3 scripts/coverage_gate.py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D2E0D7-0626-41F5-9FF6-A2C24D03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3E540E-3FE0-4F48-A009-C5472722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Docker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EB3445-0E48-44BA-9814-3B9858B8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docker compose up --build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1BE9ED-A094-46BF-9AB9-0FB5859F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646172-9B25-4A2C-9912-1E8D2F78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Демо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0EA028-0BD8-4926-8E67-0A869B2F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admin@corp.test / AdminPass123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7F7DC4-103E-423D-B065-8565BA75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528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4F4"/>
          </a:solidFill>
          <a:ln xmlns:a="http://schemas.openxmlformats.org/drawingml/2006/main" w="9525">
            <a:solidFill>
              <a:srgbClr val="C9DE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65096C-8EBC-4C76-8A29-53039F6E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23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C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6C72"/>
                </a:solidFill>
                <a:latin typeface="Aptos"/>
                <a:ea typeface="Aptos"/>
                <a:cs typeface="Aptos"/>
              </a:rPr>
              <a:t>Защита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BB9110-5633-4B12-AD75-960ADC73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052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1. Показать UML.</a:t>
            </a:r>
          </a:p>
          <a:p xmlns:a="http://schemas.openxmlformats.org/drawingml/2006/main">
            <a:pPr algn="l">
              <a:defRPr sz="900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2. Запустить Docker.</a:t>
            </a:r>
          </a:p>
          <a:p xmlns:a="http://schemas.openxmlformats.org/drawingml/2006/main">
            <a:pPr algn="l">
              <a:defRPr sz="900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3. Войти в UI.</a:t>
            </a:r>
          </a:p>
          <a:p xmlns:a="http://schemas.openxmlformats.org/drawingml/2006/main">
            <a:pPr algn="l">
              <a:defRPr sz="900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4. Создать канал и сообщение.</a:t>
            </a:r>
          </a:p>
          <a:p xmlns:a="http://schemas.openxmlformats.org/drawingml/2006/main">
            <a:pPr algn="l">
              <a:defRPr sz="900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5. Запустить coverage gate.</a:t>
            </a:r>
          </a:p>
          <a:p xmlns:a="http://schemas.openxmlformats.org/drawingml/2006/main">
            <a:pPr algn="l">
              <a:defRPr sz="900" b="0">
                <a:solidFill>
                  <a:srgbClr val="17232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329"/>
                </a:solidFill>
                <a:latin typeface="Aptos"/>
                <a:ea typeface="Aptos"/>
                <a:cs typeface="Aptos"/>
              </a:rPr>
              <a:t>6. Показать CI и историю Git.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E2F260-8228-4DCA-954A-502AE0DA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153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9C09CB-CC37-4F22-A8F8-7E09E568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0"/>
            <a:ext cx="960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CorpLink Messenger демонстрирует полный цикл разработки: анализ, архитектура, код, тестирование, контейнеризация, CI, деплой и презентационные материалы.</a:t>
            </a:r>
          </a:p>
        </p:txBody>
      </p:sp>
    </p:spTree>
    <p:extLst>
      <p:ext uri="{BB962C8B-B14F-4D97-AF65-F5344CB8AC3E}">
        <p14:creationId xmlns:p14="http://schemas.microsoft.com/office/powerpoint/2010/main" val="484679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2026-05-14T18:15:24.5810000Z</dcterms:created>
  <dcterms:modified xsi:type="dcterms:W3CDTF">2026-05-14T18:15:24.5810000Z</dcterms:modified>
</coreProperties>
</file>